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Python-Based Preprocessing for NOS-OFS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AACCEE"/>
                </a:solidFill>
              </a:defRPr>
            </a:pPr>
            <a:r>
              <a:t>Replacing Legacy Shell+Fortran with nos-utils</a:t>
            </a:r>
            <a:br/>
            <a:br/>
            <a:r>
              <a:t>Mansur Jisan | NOAA NOS/CO-OPS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Problem: Legacy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~3,700 lines of shell scripts calling Fortran executables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20+ module loads required (Intel, MPI, HDF5, NetCDF, BUFR, G2...)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Each OFS requires copying and modifying 4+ scripts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No unit tests — bugs caught only in production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Debugging: read 56,000-line PBS error logs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Adding new data sources (RRFS, GEFS) = major shell surgery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Current shell chain: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exnos_ofs_prep.sh → nos_ofs_create_forcing_met.sh (1,507 lines)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→ nos_ofs_create_forcing_obc.sh (1,113 lines)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→ nos_ofs_create_forcing_river.sh (299 lines)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→ nos_ofs_prep_schism_ctl.sh (253 lines)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Solution: nos-utils Python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Standalone Python package — no dependency on existing codebase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Each processor independently testable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YAML configuration with inheritance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Works for any SCHISM-based OFS (SECOFS, STOFS-3D-ATL, CREOFS)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Dual GRIB2 backends: wgrib2 (prod) + cfgrib (dev)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124 unit tests, runs in 2.4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DDBB"/>
                </a:solidFill>
                <a:latin typeface="Consolas"/>
              </a:defRPr>
            </a:pPr>
            <a:r>
              <a:t>from nos_utils.config import ForcingConfig</a:t>
            </a:r>
            <a:br/>
            <a:r>
              <a:t>from nos_utils.forcing import GFSProcessor</a:t>
            </a:r>
            <a:br/>
            <a:br/>
            <a:r>
              <a:t>config = ForcingConfig.for_secofs(</a:t>
            </a:r>
            <a:br/>
            <a:r>
              <a:t>    pdy="20260403", cyc=0</a:t>
            </a:r>
            <a:br/>
            <a:r>
              <a:t>)</a:t>
            </a:r>
            <a:br/>
            <a:br/>
            <a:r>
              <a:t>gfs = GFSProcessor(</a:t>
            </a:r>
            <a:br/>
            <a:r>
              <a:t>    config, "/data/gfs",</a:t>
            </a:r>
            <a:br/>
            <a:r>
              <a:t>    "/data/sflux",</a:t>
            </a:r>
            <a:br/>
            <a:r>
              <a:t>    phase="nowcast"</a:t>
            </a:r>
            <a:br/>
            <a:r>
              <a:t>)</a:t>
            </a:r>
            <a:br/>
            <a:r>
              <a:t>result = gfs.process()</a:t>
            </a:r>
            <a:br/>
            <a:r>
              <a:t># → sflux_air_1.1.nc</a:t>
            </a:r>
            <a:br/>
            <a:r>
              <a:t>#   sflux_rad_1.1.nc</a:t>
            </a:r>
            <a:br/>
            <a:r>
              <a:t>#   sflux_prc_1.1.nc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Package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Atmospheric Forcing: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GFSProcessor — 0.25° global, hourly, 18 variables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HRRRProcessor — 3km CONUS, Lambert Conformal → lat/lon regrid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GEFSProcessor — Ensemble, 3-hourly, RH→SPFH conversion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Ocean Boundary: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RTOFSProcessor — Interpolate to SCHISM boundary nodes from hgrid.ll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SchismGrid reader — parses any SCHISM grid (1.68M nodes, 321 MB)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River / Tidal / Model Config: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NWMProcessor — NWM channel_rt with climatology fallback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TidalProcessor — bctides.in with phase-aware nodal corrections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ParamNmlProcessor — param.nml with ihot=1 (nowcast) / ihot=2 (forecast)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Shared Writers: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SfluxWriter — day-split NetCDF, monotonic time validation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DATMWriter — UFS-Coastal DATM format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Configuration: .ctl → YAML with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**Before:** Flat .ctl file, ~100 shell variables per OFS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**After:** YAML with _base inheritance, ~40 lines per OFS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Adding a new OFS: 10-line YAML instead of copying 4 scripts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ForcingConfig.from_yaml() reads grid, forcing, model sections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Factory methods: for_secofs(), for_stofs_3d_atl(), for_ensemble()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DDBB"/>
                </a:solidFill>
                <a:latin typeface="Consolas"/>
              </a:defRPr>
            </a:pPr>
            <a:r>
              <a:t># secofs.yaml</a:t>
            </a:r>
            <a:br/>
            <a:r>
              <a:t>_base: schism  # Inherits 100+ defaults</a:t>
            </a:r>
            <a:br/>
            <a:br/>
            <a:r>
              <a:t>grid:</a:t>
            </a:r>
            <a:br/>
            <a:r>
              <a:t>  domain:</a:t>
            </a:r>
            <a:br/>
            <a:r>
              <a:t>    lon_min: -88</a:t>
            </a:r>
            <a:br/>
            <a:r>
              <a:t>    lon_max: -63</a:t>
            </a:r>
            <a:br/>
            <a:r>
              <a:t>    lat_min: 17</a:t>
            </a:r>
            <a:br/>
            <a:r>
              <a:t>    lat_max: 40</a:t>
            </a:r>
            <a:br/>
            <a:r>
              <a:t>  files:</a:t>
            </a:r>
            <a:br/>
            <a:r>
              <a:t>    horizontal_ll: secofs.hgrid.ll</a:t>
            </a:r>
            <a:br/>
            <a:br/>
            <a:r>
              <a:t>forcing:</a:t>
            </a:r>
            <a:br/>
            <a:r>
              <a:t>  atmospheric:</a:t>
            </a:r>
            <a:br/>
            <a:r>
              <a:t>    primary: GFS</a:t>
            </a:r>
            <a:br/>
            <a:r>
              <a:t>    secondary: HRRR</a:t>
            </a:r>
            <a:br/>
            <a:r>
              <a:t>    met_num: 2</a:t>
            </a:r>
            <a:br/>
            <a:r>
              <a:t>  ocean:</a:t>
            </a:r>
            <a:br/>
            <a:r>
              <a:t>    nudging:</a:t>
            </a:r>
            <a:br/>
            <a:r>
              <a:t>      enabled: true</a:t>
            </a:r>
            <a:br/>
            <a:r>
              <a:t>      timescale_seconds: 10800</a:t>
            </a:r>
            <a:br/>
            <a:br/>
            <a:r>
              <a:t>model:</a:t>
            </a:r>
            <a:br/>
            <a:r>
              <a:t>  run:</a:t>
            </a:r>
            <a:br/>
            <a:r>
              <a:t>    nowcast_hours: 6</a:t>
            </a:r>
            <a:br/>
            <a:r>
              <a:t>    forecast_hours: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Ocean Boundary: Pure Python Replacement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**Legacy:** Fortran gen_3Dth_from_hycom (~2000 lines compiled)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Python replacement (3 steps):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- 1. Parse hgrid.ll → extract 1,494 boundary nodes (4 segments)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- 2. Build nearest-neighbor index (cached per RTOFS grid shape)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- 3. Interpolate RTOFS T/S/SSH/UV to boundary nodes × depth levels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Output (matches Fortran format):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elev2D.th.nc: (138, 1494) — SSH at boundary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TEM_3D.th.nc: (72, 1494, 40) — Temperature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SAL_3D.th.nc: (72, 1494, 40) — Salinity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uv3D.th.nc: (72, 1494, 40, 2) — Velocity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Works with any SCHISM OFS — just change the grid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Phase-Aware Processing: Nowcast vs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Each processor receives phase parameter — determines time window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Nowcast: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Start: time_hotstart (from restart file, e.g., 04-02 12:00)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End: cycle time (04-03 00:00)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param.nml: rnday=0.5, ihot=1, start=hotstart_time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GFS: kept 16/61 files within window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Forecast: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Start: cycle time (04-03 00:00)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End: cycle + 48h (04-05 00:00)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param.nml: rnday=2.0, ihot=2, start=cycle_time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GFS: kept 52/61 files within window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Legacy uses separate code paths; Python uses single phase parameter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Integration with NCO Operational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Zero changes to existing workflow — feature flag activation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**Hybrid mode** (USE_PYTHON_PREP=YES):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Python: met forcing, param.nml, bctides.in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Fortran: OBC boundary interpolation, river forcing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**Full Python mode** (+ FULL_PYTHON_PREP=YES):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Python handles everything including OBC/river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No Fortran executables needed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nco_bridge.py translates NCO env vars → ForcingConfig: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PDY, cyc, COMINgfs, FIXofs → config + paths dict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Resolves relative file paths against FIXofs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Archive outputs with NCO naming convention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CDDBB"/>
                </a:solidFill>
                <a:latin typeface="Consolas"/>
              </a:defRPr>
            </a:pPr>
            <a:r>
              <a:t># PBS script — one line change</a:t>
            </a:r>
            <a:br/>
            <a:r>
              <a:t>export USE_PYTHON_PREP=YES</a:t>
            </a:r>
            <a:br/>
            <a:r>
              <a:t>export FULL_PYTHON_PREP=YES</a:t>
            </a:r>
            <a:br/>
            <a:r>
              <a:t>${HOMEnos}/jobs/JNOS_OFS_PREP</a:t>
            </a:r>
            <a:br/>
            <a:br/>
            <a:r>
              <a:t># Or use CLI directly</a:t>
            </a:r>
            <a:br/>
            <a:r>
              <a:t>nos-utils prep \</a:t>
            </a:r>
            <a:br/>
            <a:r>
              <a:t>  --ofs secofs \</a:t>
            </a:r>
            <a:br/>
            <a:r>
              <a:t>  --pdy 20260403 --cyc 0 \</a:t>
            </a:r>
            <a:br/>
            <a:r>
              <a:t>  --gfs /data/gfs \</a:t>
            </a:r>
            <a:br/>
            <a:r>
              <a:t>  --hrrr /data/hrrr \</a:t>
            </a:r>
            <a:br/>
            <a:r>
              <a:t>  --fix /data/fix/secofs \</a:t>
            </a:r>
            <a:br/>
            <a:r>
              <a:t>  --output /work/prep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Resource Comparison: Legacy vs Python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7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Legacy (Shell+Fortran)</a:t>
                      </a:r>
                    </a:p>
                  </a:txBody>
                  <a:tcPr>
                    <a:solidFill>
                      <a:srgbClr val="007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Python (nos-utils)</a:t>
                      </a:r>
                    </a:p>
                  </a:txBody>
                  <a:tcPr>
                    <a:solidFill>
                      <a:srgbClr val="0071B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CPUs required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128 (MPI)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HPC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20+ (Intel, MPI, HDF5, BUFR...)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 (Python, wgrib2, nco)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Compile step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Required (Fortran)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Lines of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~3,700 shell + Fortran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~7,500 Python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Unit tests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Config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.ctl (flat)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YAML (inherited)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Add new OFS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Copy+modify 4 scripts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10-line YAML 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56K-line PBS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Structured Python logging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WCOSS2 Validation: Python vs Legacy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Byte-for-byte identical (hybrid mode):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OBC tar: 729 MB ✓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River tar: 470 KB ✓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init.nowcast.nc: 18 GB ✓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Time markers: all 4 files ✓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Functionally equivalent: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param.nml: rnday, ihot, start_time all match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bctides.in: 23,909 lines, phase-aware start + nodal corrections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GFS sflux: same wind/pressure/temperature patterns at stations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HRRR sflux: regridded 834×768, 58% CONUS coverage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Full Python OBC (new):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elev2D.th.nc: (138, 1494) boundary nodes — correct dimensions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TEM/SAL_3D: (72, 1494, 40) — matching Fortran shape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Phase 2: SCHISM model validation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Run SCHISM with Python-generated forcing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Compare station water levels: target RMSE &lt; 1 cm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Multi-cycle consistency (3 consecutive cycles)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Phase 3: STOFS-3D-ATL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Larger domain, 24h nowcast, 108h forecast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- 7,690 river reaches, 51 vertical levels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Same nos-utils package — just different YAML config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Phase 4: Operational deployment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- 30-day parallel run (Python + legacy side-by-side)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CI/CD pipeline with GitHub Actions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Retire legacy shell scripts</a:t>
            </a:r>
          </a:p>
          <a:p>
            <a:pPr>
              <a:spcBef>
                <a:spcPts val="800"/>
              </a:spcBef>
              <a:defRPr sz="17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b="1" sz="1800">
                <a:solidFill>
                  <a:srgbClr val="333333"/>
                </a:solidFill>
              </a:defRPr>
            </a:pPr>
            <a:r>
              <a:t>Phase 5: UFS-Coastal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DATM forcing (datm_forcing.nc + ESMF mesh)</a:t>
            </a:r>
          </a:p>
          <a:p>
            <a:pPr lvl="1">
              <a:spcBef>
                <a:spcPts val="400"/>
              </a:spcBef>
              <a:defRPr sz="1500">
                <a:solidFill>
                  <a:srgbClr val="333333"/>
                </a:solidFill>
              </a:defRPr>
            </a:pPr>
            <a:r>
              <a:t>- Blended GFS+HRRR for CDEPS coupling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nos-utils</a:t>
            </a:r>
          </a:p>
          <a:p>
            <a:pPr algn="ctr">
              <a:spcBef>
                <a:spcPts val="2000"/>
              </a:spcBef>
              <a:defRPr sz="2200">
                <a:solidFill>
                  <a:srgbClr val="AACCEE"/>
                </a:solidFill>
              </a:defRPr>
            </a:pPr>
            <a:r>
              <a:t>github.com/mansurjisan/nos-utils</a:t>
            </a:r>
            <a:br/>
            <a:r>
              <a:t>github.com/mansurjisan/nos-workflow</a:t>
            </a:r>
            <a:br/>
            <a:br/>
            <a:r>
              <a:t>124 unit tests | 20 modules | Production-validated on WCOSS2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